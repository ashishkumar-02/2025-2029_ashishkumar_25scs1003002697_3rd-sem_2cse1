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1906" y="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lang="en-US" sz="1300"/>
              <a:t>Research Coverage by Primary Area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NGOs</c:v>
                </c:pt>
              </c:strCache>
            </c:strRef>
          </c:tx>
          <c:invertIfNegative val="1"/>
          <c:cat>
            <c:strRef>
              <c:f>Sheet1!$A$2:$A$8</c:f>
              <c:strCache>
                <c:ptCount val="7"/>
                <c:pt idx="0">
                  <c:v>Education</c:v>
                </c:pt>
                <c:pt idx="1">
                  <c:v>Healthcare</c:v>
                </c:pt>
                <c:pt idx="2">
                  <c:v>Child/Community</c:v>
                </c:pt>
                <c:pt idx="3">
                  <c:v>Animal</c:v>
                </c:pt>
                <c:pt idx="4">
                  <c:v>Environment</c:v>
                </c:pt>
                <c:pt idx="5">
                  <c:v>Women</c:v>
                </c:pt>
                <c:pt idx="6">
                  <c:v>Elder Care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286-4930-AF47-277001B916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-2068027336"/>
        <c:crosses val="autoZero"/>
        <c:crossBetween val="between"/>
        <c:majorUnit val="1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title>
      <c:tx>
        <c:rich>
          <a:bodyPr/>
          <a:lstStyle/>
          <a:p>
            <a:r>
              <a:rPr lang="en-IN" sz="1300"/>
              <a:t>15+ Opportunities by Type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Opportunities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Volunteering</c:v>
                </c:pt>
                <c:pt idx="1">
                  <c:v>Internships</c:v>
                </c:pt>
                <c:pt idx="2">
                  <c:v>Fellowships</c:v>
                </c:pt>
                <c:pt idx="3">
                  <c:v>Student initiatives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4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C18-48B3-8D2F-96F2172DF4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960120" cy="1023478"/>
          </a:xfrm>
          <a:prstGeom prst="rect">
            <a:avLst/>
          </a:prstGeom>
        </p:spPr>
      </p:pic>
      <p:pic>
        <p:nvPicPr>
          <p:cNvPr id="4" name="Picture 3" descr="inamigos_logo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320040"/>
            <a:ext cx="19659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F2A78"/>
                </a:solidFill>
                <a:latin typeface="Aptos Display"/>
              </a:rPr>
              <a:t>INTERNSHIP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315AAA"/>
                </a:solidFill>
                <a:latin typeface="Aptos Display"/>
              </a:rPr>
              <a:t>AI Data Analytics Internship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3429000"/>
            <a:ext cx="6309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rPr dirty="0"/>
              <a:t>• Student: SHRADDHA GUPTA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rPr dirty="0"/>
              <a:t>• Enrollment No.: 25SCS1003004495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B.Tech</a:t>
            </a:r>
            <a:r>
              <a:rPr dirty="0"/>
              <a:t> CSE | 3rd Semester | Section 2CSE</a:t>
            </a:r>
            <a:r>
              <a:rPr lang="en-US" dirty="0"/>
              <a:t>1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rPr dirty="0"/>
              <a:t>• Session: 2025–29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rPr dirty="0"/>
              <a:t>• Organization: </a:t>
            </a:r>
            <a:r>
              <a:rPr dirty="0" err="1"/>
              <a:t>InAmigos</a:t>
            </a:r>
            <a:r>
              <a:rPr dirty="0"/>
              <a:t> Foundation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rPr dirty="0"/>
              <a:t>• Internship Period: 03 September 2026 – 16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2823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6464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F2A78"/>
                </a:solidFill>
                <a:latin typeface="Aptos Display"/>
              </a:rPr>
              <a:t>Internship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46464"/>
                </a:solidFill>
                <a:latin typeface="Aptos"/>
              </a:rPr>
              <a:t>AI-assisted research, data organization and social-impact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32004"/>
          </a:xfrm>
          <a:prstGeom prst="rect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3429000" cy="182880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31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600" b="1">
                <a:solidFill>
                  <a:srgbClr val="315AAA"/>
                </a:solidFill>
                <a:latin typeface="Aptos"/>
              </a:rPr>
              <a:t>Internship Focus</a:t>
            </a:r>
          </a:p>
          <a:p>
            <a:pPr>
              <a:spcBef>
                <a:spcPts val="400"/>
              </a:spcBef>
              <a:defRPr sz="1200">
                <a:solidFill>
                  <a:srgbClr val="232323"/>
                </a:solidFill>
                <a:latin typeface="Aptos"/>
              </a:defRPr>
            </a:pPr>
            <a:r>
              <a:t>Applied AI and data analytics concepts to NGO, volunteering, fundraising and education-related topics.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429000" cy="182880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600" b="1">
                <a:solidFill>
                  <a:srgbClr val="2E7D32"/>
                </a:solidFill>
                <a:latin typeface="Aptos"/>
              </a:rPr>
              <a:t>Learning Approach</a:t>
            </a:r>
          </a:p>
          <a:p>
            <a:pPr>
              <a:spcBef>
                <a:spcPts val="400"/>
              </a:spcBef>
              <a:defRPr sz="1200">
                <a:solidFill>
                  <a:srgbClr val="232323"/>
                </a:solidFill>
                <a:latin typeface="Aptos"/>
              </a:defRPr>
            </a:pPr>
            <a:r>
              <a:t>Research → organize data → AI assistance → verify → communicate findings.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17320"/>
            <a:ext cx="3429000" cy="182880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600" b="1">
                <a:solidFill>
                  <a:srgbClr val="E67E22"/>
                </a:solidFill>
                <a:latin typeface="Aptos"/>
              </a:rPr>
              <a:t>Duration</a:t>
            </a:r>
          </a:p>
          <a:p>
            <a:pPr>
              <a:spcBef>
                <a:spcPts val="400"/>
              </a:spcBef>
              <a:defRPr sz="1200">
                <a:solidFill>
                  <a:srgbClr val="232323"/>
                </a:solidFill>
                <a:latin typeface="Aptos"/>
              </a:defRPr>
            </a:pPr>
            <a:r>
              <a:t>03 September 2026 to 16 September 2026</a:t>
            </a:r>
            <a:br/>
            <a:r>
              <a:t>InAmigos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• Four structured tasks were completed.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• The work emphasized research and analysis rather than production software development.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• AI supported summarization, ideation and recommendation generation.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• Human review and source verification remained important.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2823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6464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F2A78"/>
                </a:solidFill>
                <a:latin typeface="Aptos Display"/>
              </a:rPr>
              <a:t>Organization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46464"/>
                </a:solidFill>
                <a:latin typeface="Aptos"/>
              </a:rPr>
              <a:t>InAmigos Foundation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32004"/>
          </a:xfrm>
          <a:prstGeom prst="rect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namigos_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2743200" cy="829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749039" y="1417320"/>
            <a:ext cx="7406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• Nonprofit / Section 8 organization based in Bilaspur, Chhattisgarh, India.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• Founded on 23 September 2020.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• Focus areas include education, community support, animal welfare, women empowerment, environment and skill development.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• The internship connected social-impact activities with AI-assisted research and data-oriented thinking.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69080"/>
            <a:ext cx="10698480" cy="132588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31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600" b="1">
                <a:solidFill>
                  <a:srgbClr val="315AAA"/>
                </a:solidFill>
                <a:latin typeface="Aptos"/>
              </a:rPr>
              <a:t>Selected initiatives</a:t>
            </a:r>
          </a:p>
          <a:p>
            <a:pPr>
              <a:spcBef>
                <a:spcPts val="400"/>
              </a:spcBef>
              <a:defRPr sz="1400">
                <a:solidFill>
                  <a:srgbClr val="232323"/>
                </a:solidFill>
                <a:latin typeface="Aptos"/>
              </a:defRPr>
            </a:pPr>
            <a:r>
              <a:t>Project Seva • Project BachpanShala • Project Jeev • Project Udaan • Project Prakriti • Project Vikas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2823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6464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F2A78"/>
                </a:solidFill>
                <a:latin typeface="Aptos Display"/>
              </a:rP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55680" cy="32004"/>
          </a:xfrm>
          <a:prstGeom prst="rect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3429000" cy="169164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31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600" b="1">
                <a:solidFill>
                  <a:srgbClr val="315AAA"/>
                </a:solidFill>
                <a:latin typeface="Aptos"/>
              </a:rPr>
              <a:t>Research</a:t>
            </a:r>
          </a:p>
          <a:p>
            <a:pPr>
              <a:spcBef>
                <a:spcPts val="400"/>
              </a:spcBef>
              <a:defRPr sz="1200">
                <a:solidFill>
                  <a:srgbClr val="232323"/>
                </a:solidFill>
                <a:latin typeface="Aptos"/>
              </a:defRPr>
            </a:pPr>
            <a:r>
              <a:t>Collect and organize NGO and social-impact information.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17320"/>
            <a:ext cx="3429000" cy="169164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600" b="1">
                <a:solidFill>
                  <a:srgbClr val="2E7D32"/>
                </a:solidFill>
                <a:latin typeface="Aptos"/>
              </a:rPr>
              <a:t>AI Analysis</a:t>
            </a:r>
          </a:p>
          <a:p>
            <a:pPr>
              <a:spcBef>
                <a:spcPts val="400"/>
              </a:spcBef>
              <a:defRPr sz="1200">
                <a:solidFill>
                  <a:srgbClr val="232323"/>
                </a:solidFill>
                <a:latin typeface="Aptos"/>
              </a:defRPr>
            </a:pPr>
            <a:r>
              <a:t>Use AI tools to summarize information and generate insights.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417320"/>
            <a:ext cx="3429000" cy="169164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600" b="1">
                <a:solidFill>
                  <a:srgbClr val="E67E22"/>
                </a:solidFill>
                <a:latin typeface="Aptos"/>
              </a:rPr>
              <a:t>Opportunity Mapping</a:t>
            </a:r>
          </a:p>
          <a:p>
            <a:pPr>
              <a:spcBef>
                <a:spcPts val="400"/>
              </a:spcBef>
              <a:defRPr sz="1200">
                <a:solidFill>
                  <a:srgbClr val="232323"/>
                </a:solidFill>
                <a:latin typeface="Aptos"/>
              </a:defRPr>
            </a:pPr>
            <a:r>
              <a:t>Compile student volunteer, internship and fellowship opportunities.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66160"/>
            <a:ext cx="3429000" cy="169164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1F2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600" b="1">
                <a:solidFill>
                  <a:srgbClr val="1F2A78"/>
                </a:solidFill>
                <a:latin typeface="Aptos"/>
              </a:rPr>
              <a:t>Strategy</a:t>
            </a:r>
          </a:p>
          <a:p>
            <a:pPr>
              <a:spcBef>
                <a:spcPts val="400"/>
              </a:spcBef>
              <a:defRPr sz="1200">
                <a:solidFill>
                  <a:srgbClr val="232323"/>
                </a:solidFill>
                <a:latin typeface="Aptos"/>
              </a:defRPr>
            </a:pPr>
            <a:r>
              <a:t>Identify practical AI ideas for NGO growth.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566160"/>
            <a:ext cx="3429000" cy="169164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31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600" b="1">
                <a:solidFill>
                  <a:srgbClr val="315AAA"/>
                </a:solidFill>
                <a:latin typeface="Aptos"/>
              </a:rPr>
              <a:t>Professional Skills</a:t>
            </a:r>
          </a:p>
          <a:p>
            <a:pPr>
              <a:spcBef>
                <a:spcPts val="400"/>
              </a:spcBef>
              <a:defRPr sz="1200">
                <a:solidFill>
                  <a:srgbClr val="232323"/>
                </a:solidFill>
                <a:latin typeface="Aptos"/>
              </a:defRPr>
            </a:pPr>
            <a:r>
              <a:t>Improve documentation, analysis and communication.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2823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6464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F2A78"/>
                </a:solidFill>
                <a:latin typeface="Aptos Display"/>
              </a:rPr>
              <a:t>Task 1 – NGO Research &amp;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46464"/>
                </a:solidFill>
                <a:latin typeface="Aptos"/>
              </a:rPr>
              <a:t>10 NGOs researched across multiple social sectors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32004"/>
          </a:xfrm>
          <a:prstGeom prst="rect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94360" y="1371600"/>
          <a:ext cx="58521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20840" y="1508760"/>
            <a:ext cx="4800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• Collected NGO name, website, area of work, headquarters and key initiatives.</a:t>
            </a:r>
          </a:p>
          <a:p>
            <a:pPr>
              <a:spcAft>
                <a:spcPts val="8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• Examples: Smile Foundation, CRY, Goonj, Akshaya Patra, Teach For India, WWF-India, SEWA and others.</a:t>
            </a:r>
          </a:p>
          <a:p>
            <a:pPr>
              <a:spcAft>
                <a:spcPts val="8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• Main learning: comparable data fields make NGO research easier to analyze.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2823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6464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F2A78"/>
                </a:solidFill>
                <a:latin typeface="Aptos Display"/>
              </a:rPr>
              <a:t>Task 1 – Sample Data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55680" cy="32004"/>
          </a:xfrm>
          <a:prstGeom prst="rect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37160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NGO</a:t>
                      </a:r>
                    </a:p>
                  </a:txBody>
                  <a:tcPr>
                    <a:solidFill>
                      <a:srgbClr val="1F2A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Primary Area</a:t>
                      </a:r>
                    </a:p>
                  </a:txBody>
                  <a:tcPr>
                    <a:solidFill>
                      <a:srgbClr val="1F2A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Headquarters / Base</a:t>
                      </a:r>
                    </a:p>
                  </a:txBody>
                  <a:tcPr>
                    <a:solidFill>
                      <a:srgbClr val="1F2A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Key Focus</a:t>
                      </a:r>
                    </a:p>
                  </a:txBody>
                  <a:tcPr>
                    <a:solidFill>
                      <a:srgbClr val="1F2A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Smile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Education &amp; Healthcare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New Delhi, India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Education and healthcare outreach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CRY</a:t>
                      </a:r>
                    </a:p>
                  </a:txBody>
                  <a:tcPr>
                    <a:solidFill>
                      <a:srgbClr val="EF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Child Rights</a:t>
                      </a:r>
                    </a:p>
                  </a:txBody>
                  <a:tcPr>
                    <a:solidFill>
                      <a:srgbClr val="EF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Mumbai, India</a:t>
                      </a:r>
                    </a:p>
                  </a:txBody>
                  <a:tcPr>
                    <a:solidFill>
                      <a:srgbClr val="EF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Child education and protection</a:t>
                      </a:r>
                    </a:p>
                  </a:txBody>
                  <a:tcPr>
                    <a:solidFill>
                      <a:srgbClr val="EF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Goonj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Community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New Delhi, India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Community-led development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Akshaya Patra Foundation</a:t>
                      </a:r>
                    </a:p>
                  </a:txBody>
                  <a:tcPr>
                    <a:solidFill>
                      <a:srgbClr val="EF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Education &amp; Nutrition</a:t>
                      </a:r>
                    </a:p>
                  </a:txBody>
                  <a:tcPr>
                    <a:solidFill>
                      <a:srgbClr val="EF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Bengaluru, India</a:t>
                      </a:r>
                    </a:p>
                  </a:txBody>
                  <a:tcPr>
                    <a:solidFill>
                      <a:srgbClr val="EF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School meal programs</a:t>
                      </a:r>
                    </a:p>
                  </a:txBody>
                  <a:tcPr>
                    <a:solidFill>
                      <a:srgbClr val="EF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Teach For India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Mumbai, India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Fellowship and educational leadership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881360" y="642823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6464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F2A78"/>
                </a:solidFill>
                <a:latin typeface="Aptos Display"/>
              </a:rPr>
              <a:t>Task 2 – AI-Powered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46464"/>
                </a:solidFill>
                <a:latin typeface="Aptos"/>
              </a:rPr>
              <a:t>Topic: How AI can support NGOs and social-impact initiatives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32004"/>
          </a:xfrm>
          <a:prstGeom prst="rect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5257800" cy="123444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31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500" b="1">
                <a:solidFill>
                  <a:srgbClr val="315AAA"/>
                </a:solidFill>
                <a:latin typeface="Aptos"/>
              </a:rPr>
              <a:t>Data Analysis</a:t>
            </a:r>
          </a:p>
          <a:p>
            <a:pPr>
              <a:spcBef>
                <a:spcPts val="400"/>
              </a:spcBef>
              <a:defRPr sz="1100">
                <a:solidFill>
                  <a:srgbClr val="232323"/>
                </a:solidFill>
                <a:latin typeface="Aptos"/>
              </a:defRPr>
            </a:pPr>
            <a:r>
              <a:t>Find trends in surveys, project records and structured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257800" cy="123444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500" b="1">
                <a:solidFill>
                  <a:srgbClr val="2E7D32"/>
                </a:solidFill>
                <a:latin typeface="Aptos"/>
              </a:rPr>
              <a:t>Fundraising</a:t>
            </a:r>
          </a:p>
          <a:p>
            <a:pPr>
              <a:spcBef>
                <a:spcPts val="400"/>
              </a:spcBef>
              <a:defRPr sz="1100">
                <a:solidFill>
                  <a:srgbClr val="232323"/>
                </a:solidFill>
                <a:latin typeface="Aptos"/>
              </a:defRPr>
            </a:pPr>
            <a:r>
              <a:t>Support campaign analysis and targeted communication.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880360"/>
            <a:ext cx="5257800" cy="123444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500" b="1">
                <a:solidFill>
                  <a:srgbClr val="E67E22"/>
                </a:solidFill>
                <a:latin typeface="Aptos"/>
              </a:rPr>
              <a:t>Volunteer Management</a:t>
            </a:r>
          </a:p>
          <a:p>
            <a:pPr>
              <a:spcBef>
                <a:spcPts val="400"/>
              </a:spcBef>
              <a:defRPr sz="1100">
                <a:solidFill>
                  <a:srgbClr val="232323"/>
                </a:solidFill>
                <a:latin typeface="Aptos"/>
              </a:defRPr>
            </a:pPr>
            <a:r>
              <a:t>Match skills and interests with suitable opportunities.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880360"/>
            <a:ext cx="5257800" cy="123444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1F2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500" b="1">
                <a:solidFill>
                  <a:srgbClr val="1F2A78"/>
                </a:solidFill>
                <a:latin typeface="Aptos"/>
              </a:rPr>
              <a:t>Education</a:t>
            </a:r>
          </a:p>
          <a:p>
            <a:pPr>
              <a:spcBef>
                <a:spcPts val="400"/>
              </a:spcBef>
              <a:defRPr sz="1100">
                <a:solidFill>
                  <a:srgbClr val="232323"/>
                </a:solidFill>
                <a:latin typeface="Aptos"/>
              </a:defRPr>
            </a:pPr>
            <a:r>
              <a:t>Support personalized learning resources and content.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4389120"/>
            <a:ext cx="5257800" cy="123444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31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500" b="1">
                <a:solidFill>
                  <a:srgbClr val="315AAA"/>
                </a:solidFill>
                <a:latin typeface="Aptos"/>
              </a:rPr>
              <a:t>Healthcare</a:t>
            </a:r>
          </a:p>
          <a:p>
            <a:pPr>
              <a:spcBef>
                <a:spcPts val="400"/>
              </a:spcBef>
              <a:defRPr sz="1100">
                <a:solidFill>
                  <a:srgbClr val="232323"/>
                </a:solidFill>
                <a:latin typeface="Aptos"/>
              </a:defRPr>
            </a:pPr>
            <a:r>
              <a:t>Assist with outreach planning and pattern identification.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5806440"/>
            <a:ext cx="5212080" cy="59436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400" b="1">
                <a:solidFill>
                  <a:srgbClr val="E67E22"/>
                </a:solidFill>
                <a:latin typeface="Aptos"/>
              </a:rPr>
              <a:t>Key insight</a:t>
            </a:r>
          </a:p>
          <a:p>
            <a:pPr>
              <a:spcBef>
                <a:spcPts val="400"/>
              </a:spcBef>
              <a:defRPr sz="1000">
                <a:solidFill>
                  <a:srgbClr val="232323"/>
                </a:solidFill>
                <a:latin typeface="Aptos"/>
              </a:defRPr>
            </a:pPr>
            <a:r>
              <a:t>AI can accelerate analysis, but human review and responsible data use remain essential.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2823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6464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F2A78"/>
                </a:solidFill>
                <a:latin typeface="Aptos Display"/>
              </a:rPr>
              <a:t>Task 3 – Volunteer Opportunity Compilation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46464"/>
                </a:solidFill>
                <a:latin typeface="Aptos"/>
              </a:rPr>
              <a:t>Student-focused opportunity mapping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32004"/>
          </a:xfrm>
          <a:prstGeom prst="rect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94360" y="1417320"/>
          <a:ext cx="48463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15000" y="15087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• Compiled at least 15 opportunities for students in India.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• Fields included organization, opportunity type, eligibility, application link and deadline where available.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• Examples included volunteering, internships, fellowships and student social initiatives.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• Deadlines and eligibility should always be checked on the current official 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2823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6464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F2A78"/>
                </a:solidFill>
                <a:latin typeface="Aptos Display"/>
              </a:rPr>
              <a:t>Task 4 – AI Insights for NGO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46464"/>
                </a:solidFill>
                <a:latin typeface="Aptos"/>
              </a:rPr>
              <a:t>Five practical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32004"/>
          </a:xfrm>
          <a:prstGeom prst="rect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10744200" cy="758952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31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400" b="1">
                <a:solidFill>
                  <a:srgbClr val="315AAA"/>
                </a:solidFill>
                <a:latin typeface="Aptos"/>
              </a:rPr>
              <a:t>1. AI Chatbot</a:t>
            </a:r>
          </a:p>
          <a:p>
            <a:pPr>
              <a:spcBef>
                <a:spcPts val="400"/>
              </a:spcBef>
              <a:defRPr sz="1000">
                <a:solidFill>
                  <a:srgbClr val="232323"/>
                </a:solidFill>
                <a:latin typeface="Aptos"/>
              </a:defRPr>
            </a:pPr>
            <a:r>
              <a:t>Handle common questions and guide website visitors.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10744200" cy="758952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400" b="1">
                <a:solidFill>
                  <a:srgbClr val="2E7D32"/>
                </a:solidFill>
                <a:latin typeface="Aptos"/>
              </a:rPr>
              <a:t>2. Volunteer Matching</a:t>
            </a:r>
          </a:p>
          <a:p>
            <a:pPr>
              <a:spcBef>
                <a:spcPts val="400"/>
              </a:spcBef>
              <a:defRPr sz="1000">
                <a:solidFill>
                  <a:srgbClr val="232323"/>
                </a:solidFill>
                <a:latin typeface="Aptos"/>
              </a:defRPr>
            </a:pPr>
            <a:r>
              <a:t>Match skills, interests and availability to opportunities.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46120"/>
            <a:ext cx="10744200" cy="758952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400" b="1">
                <a:solidFill>
                  <a:srgbClr val="E67E22"/>
                </a:solidFill>
                <a:latin typeface="Aptos"/>
              </a:rPr>
              <a:t>3. Fundraising Analytics</a:t>
            </a:r>
          </a:p>
          <a:p>
            <a:pPr>
              <a:spcBef>
                <a:spcPts val="400"/>
              </a:spcBef>
              <a:defRPr sz="1000">
                <a:solidFill>
                  <a:srgbClr val="232323"/>
                </a:solidFill>
                <a:latin typeface="Aptos"/>
              </a:defRPr>
            </a:pPr>
            <a:r>
              <a:t>Use historical campaign patterns to improve planning.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06240"/>
            <a:ext cx="10744200" cy="758952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1F2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400" b="1">
                <a:solidFill>
                  <a:srgbClr val="1F2A78"/>
                </a:solidFill>
                <a:latin typeface="Aptos"/>
              </a:rPr>
              <a:t>4. Social-Media Planning</a:t>
            </a:r>
          </a:p>
          <a:p>
            <a:pPr>
              <a:spcBef>
                <a:spcPts val="400"/>
              </a:spcBef>
              <a:defRPr sz="1000">
                <a:solidFill>
                  <a:srgbClr val="232323"/>
                </a:solidFill>
                <a:latin typeface="Aptos"/>
              </a:defRPr>
            </a:pPr>
            <a:r>
              <a:t>Generate content ideas, drafts and performance insights.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66360"/>
            <a:ext cx="10744200" cy="758952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31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400" b="1">
                <a:solidFill>
                  <a:srgbClr val="315AAA"/>
                </a:solidFill>
                <a:latin typeface="Aptos"/>
              </a:rPr>
              <a:t>5. Impact Dashboard</a:t>
            </a:r>
          </a:p>
          <a:p>
            <a:pPr>
              <a:spcBef>
                <a:spcPts val="400"/>
              </a:spcBef>
              <a:defRPr sz="1000">
                <a:solidFill>
                  <a:srgbClr val="232323"/>
                </a:solidFill>
                <a:latin typeface="Aptos"/>
              </a:defRPr>
            </a:pPr>
            <a:r>
              <a:t>Track project, volunteer and donation indicators visually.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2823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6464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F2A78"/>
                </a:solidFill>
                <a:latin typeface="Aptos Display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46464"/>
                </a:solidFill>
                <a:latin typeface="Aptos"/>
              </a:rPr>
              <a:t>AI-assisted social-impact research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32004"/>
          </a:xfrm>
          <a:prstGeom prst="rect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" y="1874519"/>
            <a:ext cx="685800" cy="685800"/>
          </a:xfrm>
          <a:prstGeom prst="ellipse">
            <a:avLst/>
          </a:prstGeom>
          <a:solidFill>
            <a:srgbClr val="1F2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69748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232323"/>
                </a:solidFill>
              </a:rPr>
              <a:t>Understand Task</a:t>
            </a:r>
          </a:p>
        </p:txBody>
      </p:sp>
      <p:sp>
        <p:nvSpPr>
          <p:cNvPr id="8" name="Chevron 7"/>
          <p:cNvSpPr/>
          <p:nvPr/>
        </p:nvSpPr>
        <p:spPr>
          <a:xfrm>
            <a:off x="1252728" y="2057400"/>
            <a:ext cx="731520" cy="292608"/>
          </a:xfrm>
          <a:prstGeom prst="chevron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167128" y="1874519"/>
            <a:ext cx="685800" cy="685800"/>
          </a:xfrm>
          <a:prstGeom prst="ellipse">
            <a:avLst/>
          </a:prstGeom>
          <a:solidFill>
            <a:srgbClr val="1F2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8528" y="269748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232323"/>
                </a:solidFill>
              </a:rPr>
              <a:t>Select Sources</a:t>
            </a:r>
          </a:p>
        </p:txBody>
      </p:sp>
      <p:sp>
        <p:nvSpPr>
          <p:cNvPr id="11" name="Chevron 10"/>
          <p:cNvSpPr/>
          <p:nvPr/>
        </p:nvSpPr>
        <p:spPr>
          <a:xfrm>
            <a:off x="2916936" y="2057400"/>
            <a:ext cx="731520" cy="292608"/>
          </a:xfrm>
          <a:prstGeom prst="chevron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831336" y="1874519"/>
            <a:ext cx="685800" cy="685800"/>
          </a:xfrm>
          <a:prstGeom prst="ellipse">
            <a:avLst/>
          </a:prstGeom>
          <a:solidFill>
            <a:srgbClr val="1F2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269748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232323"/>
                </a:solidFill>
              </a:rPr>
              <a:t>Collect Data</a:t>
            </a:r>
          </a:p>
        </p:txBody>
      </p:sp>
      <p:sp>
        <p:nvSpPr>
          <p:cNvPr id="14" name="Chevron 13"/>
          <p:cNvSpPr/>
          <p:nvPr/>
        </p:nvSpPr>
        <p:spPr>
          <a:xfrm>
            <a:off x="4581144" y="2057400"/>
            <a:ext cx="731520" cy="292608"/>
          </a:xfrm>
          <a:prstGeom prst="chevron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495544" y="1874519"/>
            <a:ext cx="685800" cy="685800"/>
          </a:xfrm>
          <a:prstGeom prst="ellipse">
            <a:avLst/>
          </a:prstGeom>
          <a:solidFill>
            <a:srgbClr val="1F2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6944" y="269748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232323"/>
                </a:solidFill>
              </a:rPr>
              <a:t>Organize Data</a:t>
            </a:r>
          </a:p>
        </p:txBody>
      </p:sp>
      <p:sp>
        <p:nvSpPr>
          <p:cNvPr id="17" name="Chevron 16"/>
          <p:cNvSpPr/>
          <p:nvPr/>
        </p:nvSpPr>
        <p:spPr>
          <a:xfrm>
            <a:off x="6245352" y="2057400"/>
            <a:ext cx="731520" cy="292608"/>
          </a:xfrm>
          <a:prstGeom prst="chevron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159752" y="1874519"/>
            <a:ext cx="685800" cy="685800"/>
          </a:xfrm>
          <a:prstGeom prst="ellipse">
            <a:avLst/>
          </a:prstGeom>
          <a:solidFill>
            <a:srgbClr val="1F2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269748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232323"/>
                </a:solidFill>
              </a:rPr>
              <a:t>AI-Assisted Analysis</a:t>
            </a:r>
          </a:p>
        </p:txBody>
      </p:sp>
      <p:sp>
        <p:nvSpPr>
          <p:cNvPr id="20" name="Chevron 19"/>
          <p:cNvSpPr/>
          <p:nvPr/>
        </p:nvSpPr>
        <p:spPr>
          <a:xfrm>
            <a:off x="7909560" y="2057400"/>
            <a:ext cx="731520" cy="292608"/>
          </a:xfrm>
          <a:prstGeom prst="chevron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823960" y="1874519"/>
            <a:ext cx="685800" cy="685800"/>
          </a:xfrm>
          <a:prstGeom prst="ellipse">
            <a:avLst/>
          </a:prstGeom>
          <a:solidFill>
            <a:srgbClr val="1F2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69748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232323"/>
                </a:solidFill>
              </a:rPr>
              <a:t>Verify &amp; Refine</a:t>
            </a:r>
          </a:p>
        </p:txBody>
      </p:sp>
      <p:sp>
        <p:nvSpPr>
          <p:cNvPr id="23" name="Chevron 22"/>
          <p:cNvSpPr/>
          <p:nvPr/>
        </p:nvSpPr>
        <p:spPr>
          <a:xfrm>
            <a:off x="9573768" y="2057400"/>
            <a:ext cx="731520" cy="292608"/>
          </a:xfrm>
          <a:prstGeom prst="chevron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488168" y="1874519"/>
            <a:ext cx="685800" cy="685800"/>
          </a:xfrm>
          <a:prstGeom prst="ellipse">
            <a:avLst/>
          </a:prstGeom>
          <a:solidFill>
            <a:srgbClr val="1F2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59568" y="269748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232323"/>
                </a:solidFill>
              </a:rPr>
              <a:t>Document &amp; Present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77639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• AI supported summarization, brainstorming and recommendation drafting.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• Final outputs were reviewed and refined rather than copied directly from AI.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• Source links were retained for traceability and verification.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2823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6464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F2A78"/>
                </a:solidFill>
                <a:latin typeface="Aptos Display"/>
              </a:rPr>
              <a:t>Tools Used &amp; Learning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55680" cy="32004"/>
          </a:xfrm>
          <a:prstGeom prst="rect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257800" cy="420624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31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700" b="1">
                <a:solidFill>
                  <a:srgbClr val="315AAA"/>
                </a:solidFill>
                <a:latin typeface="Aptos"/>
              </a:rPr>
              <a:t>Tools / Platforms</a:t>
            </a:r>
          </a:p>
          <a:p>
            <a:pPr>
              <a:spcBef>
                <a:spcPts val="400"/>
              </a:spcBef>
              <a:defRPr sz="1200">
                <a:solidFill>
                  <a:srgbClr val="232323"/>
                </a:solidFill>
                <a:latin typeface="Aptos"/>
              </a:defRPr>
            </a:pPr>
            <a:r>
              <a:t>• ChatGPT / AI assistant – research and ideation</a:t>
            </a:r>
            <a:br/>
            <a:r>
              <a:t>• Web &amp; official websites – source collection</a:t>
            </a:r>
            <a:br/>
            <a:r>
              <a:t>• Word – report preparation</a:t>
            </a:r>
            <a:br/>
            <a:r>
              <a:t>• Excel / Google Sheets – structured data</a:t>
            </a:r>
            <a:br/>
            <a:r>
              <a:t>• Google Drive – storage and submission</a:t>
            </a:r>
            <a:br/>
            <a:r>
              <a:t>• LinkedIn – professional sharing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71600"/>
            <a:ext cx="5257800" cy="420624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700" b="1">
                <a:solidFill>
                  <a:srgbClr val="2E7D32"/>
                </a:solidFill>
                <a:latin typeface="Aptos"/>
              </a:rPr>
              <a:t>Skills Developed</a:t>
            </a:r>
          </a:p>
          <a:p>
            <a:pPr>
              <a:spcBef>
                <a:spcPts val="400"/>
              </a:spcBef>
              <a:defRPr sz="1200">
                <a:solidFill>
                  <a:srgbClr val="232323"/>
                </a:solidFill>
                <a:latin typeface="Aptos"/>
              </a:defRPr>
            </a:pPr>
            <a:r>
              <a:t>• Research and information retrieval</a:t>
            </a:r>
            <a:br/>
            <a:r>
              <a:t>• Data collection and organization</a:t>
            </a:r>
            <a:br/>
            <a:r>
              <a:t>• AI-assisted analysis</a:t>
            </a:r>
            <a:br/>
            <a:r>
              <a:t>• Summarization and report writing</a:t>
            </a:r>
            <a:br/>
            <a:r>
              <a:t>• Critical review of AI outputs</a:t>
            </a:r>
            <a:br/>
            <a:r>
              <a:t>• Professional documentation</a:t>
            </a:r>
            <a:br/>
            <a:r>
              <a:t>• Presentation and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2823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6464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F2A78"/>
                </a:solidFill>
                <a:latin typeface="Aptos Display"/>
              </a:rPr>
              <a:t>Challenges &amp; How I Addressed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55680" cy="32004"/>
          </a:xfrm>
          <a:prstGeom prst="rect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6492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• Scattered information → used fixed fields and structured tables.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• Changing deadlines → recommended checking current official opportunity pages.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• AI may generate errors → cross-checked important factual claims.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• Broad social topics → used objectives and categories to structure analysis.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• Limited production exposure → focused on realistic use cases without claiming deployment.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508760"/>
            <a:ext cx="3657600" cy="310896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800" b="1">
                <a:solidFill>
                  <a:srgbClr val="E67E22"/>
                </a:solidFill>
                <a:latin typeface="Aptos"/>
              </a:rPr>
              <a:t>Key Learning</a:t>
            </a:r>
          </a:p>
          <a:p>
            <a:pPr>
              <a:spcBef>
                <a:spcPts val="400"/>
              </a:spcBef>
              <a:defRPr sz="1400">
                <a:solidFill>
                  <a:srgbClr val="232323"/>
                </a:solidFill>
                <a:latin typeface="Aptos"/>
              </a:defRPr>
            </a:pPr>
            <a:r>
              <a:t>Good analytics depends not only on AI, but also on clear questions, organized data, verification and human judgement.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2823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6464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F2A78"/>
                </a:solidFill>
                <a:latin typeface="Aptos Display"/>
              </a:rPr>
              <a:t>Internship Completion Certificate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55680" cy="32004"/>
          </a:xfrm>
          <a:prstGeom prst="rect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74462c9-ea36-4fe9-b632-e58ec57a281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938" y="1324852"/>
            <a:ext cx="8407643" cy="5103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1360" y="642823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6464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F2A78"/>
                </a:solidFill>
                <a:latin typeface="Aptos Display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55680" cy="32004"/>
          </a:xfrm>
          <a:prstGeom prst="rect">
            <a:avLst/>
          </a:prstGeom>
          <a:solidFill>
            <a:srgbClr val="31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508760"/>
            <a:ext cx="10149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  <a:latin typeface="Aptos"/>
              </a:defRPr>
            </a:pPr>
            <a:r>
              <a:t>• Completed an AI Data Analytics Internship at InAmigos Foundation.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  <a:latin typeface="Aptos"/>
              </a:defRPr>
            </a:pPr>
            <a:r>
              <a:t>• Researched 10 NGOs and organized social-impact information.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  <a:latin typeface="Aptos"/>
              </a:defRPr>
            </a:pPr>
            <a:r>
              <a:t>• Prepared an AI-powered analysis of AI applications in the NGO sector.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  <a:latin typeface="Aptos"/>
              </a:defRPr>
            </a:pPr>
            <a:r>
              <a:t>• Compiled 15+ student-oriented volunteer, internship and fellowship opportunities.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  <a:latin typeface="Aptos"/>
              </a:defRPr>
            </a:pPr>
            <a:r>
              <a:t>• Generated five practical AI strategies for NGO growth.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  <a:latin typeface="Aptos"/>
              </a:defRPr>
            </a:pPr>
            <a:r>
              <a:t>• Developed stronger research, data organization, AI literacy and communication skills.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5166360"/>
            <a:ext cx="6400800" cy="822960"/>
          </a:xfrm>
          <a:prstGeom prst="roundRect">
            <a:avLst/>
          </a:prstGeom>
          <a:solidFill>
            <a:srgbClr val="EFF4FC"/>
          </a:solidFill>
          <a:ln w="16510">
            <a:solidFill>
              <a:srgbClr val="1F2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rtlCol="0" anchor="ctr"/>
          <a:lstStyle/>
          <a:p>
            <a:pPr algn="ctr"/>
            <a:r>
              <a:rPr sz="1600" b="1">
                <a:solidFill>
                  <a:srgbClr val="1F2A78"/>
                </a:solidFill>
                <a:latin typeface="Aptos"/>
              </a:rPr>
              <a:t>Thank You</a:t>
            </a:r>
          </a:p>
          <a:p>
            <a:pPr>
              <a:spcBef>
                <a:spcPts val="400"/>
              </a:spcBef>
              <a:defRPr sz="1400">
                <a:solidFill>
                  <a:srgbClr val="232323"/>
                </a:solidFill>
                <a:latin typeface="Aptos"/>
              </a:defRPr>
            </a:pPr>
            <a:r>
              <a:t>Questions &amp;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2823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6464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973</Words>
  <Application>Microsoft Office PowerPoint</Application>
  <PresentationFormat>Widescreen</PresentationFormat>
  <Paragraphs>159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Prateek Verma</cp:lastModifiedBy>
  <cp:revision>2</cp:revision>
  <dcterms:created xsi:type="dcterms:W3CDTF">2013-01-27T09:14:16Z</dcterms:created>
  <dcterms:modified xsi:type="dcterms:W3CDTF">2026-09-09T17:08:55Z</dcterms:modified>
  <cp:category/>
</cp:coreProperties>
</file>